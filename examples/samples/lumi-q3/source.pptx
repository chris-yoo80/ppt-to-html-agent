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경영진 월간 회의 보고용, 10분 발표. 결론부터 말하고 근거를 보여줄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숫자만 기억하면 됩니다: 매출, ROAS, 구매 건수.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설문은 가상 패널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ROAS = 매출 ÷ 광고비. 이메일은 기존 고객 대상이라 효율이 높게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전환율은 클릭 대비 구매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회의에서 예산 재배분 승인을 요청할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3C5A"/>
                </a:solidFill>
              </a:rPr>
              <a:t>루미 텀블러 3분기 온라인 마케팅 결과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5A5A"/>
                </a:solidFill>
              </a:rPr>
              <a:t>2026년 7–9월 캠페인 성과와 4분기 계획 · 마케팅팀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69696"/>
                </a:solidFill>
              </a:rPr>
              <a:t>※ 가상 자료: 실제 회사·제품·성과가 아닙니다.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1. 핵심 요약</a:t>
            </a:r>
          </a:p>
          <a:p>
            <a:r>
              <a:rPr sz="2200" b="0">
                <a:solidFill>
                  <a:srgbClr val="222222"/>
                </a:solidFill>
              </a:rPr>
              <a:t>2. 목표와 시장</a:t>
            </a:r>
          </a:p>
          <a:p>
            <a:r>
              <a:rPr sz="2200" b="0">
                <a:solidFill>
                  <a:srgbClr val="222222"/>
                </a:solidFill>
              </a:rPr>
              <a:t>3. 타깃 고객</a:t>
            </a:r>
          </a:p>
          <a:p>
            <a:r>
              <a:rPr sz="2200" b="0">
                <a:solidFill>
                  <a:srgbClr val="222222"/>
                </a:solidFill>
              </a:rPr>
              <a:t>4. 채널 전략</a:t>
            </a:r>
          </a:p>
          <a:p>
            <a:r>
              <a:rPr sz="2200" b="0">
                <a:solidFill>
                  <a:srgbClr val="222222"/>
                </a:solidFill>
              </a:rPr>
              <a:t>5. 채널별 성과</a:t>
            </a:r>
          </a:p>
          <a:p>
            <a:r>
              <a:rPr sz="2200" b="0">
                <a:solidFill>
                  <a:srgbClr val="222222"/>
                </a:solidFill>
              </a:rPr>
              <a:t>6. 구매 퍼널</a:t>
            </a:r>
          </a:p>
          <a:p>
            <a:r>
              <a:rPr sz="2200" b="0">
                <a:solidFill>
                  <a:srgbClr val="222222"/>
                </a:solidFill>
              </a:rPr>
              <a:t>7. 월별 추이</a:t>
            </a:r>
          </a:p>
          <a:p>
            <a:r>
              <a:rPr sz="2200" b="0">
                <a:solidFill>
                  <a:srgbClr val="222222"/>
                </a:solidFill>
              </a:rPr>
              <a:t>8. 시사점과 4분기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매출 4억 5,000만 원 — 목표 4억 원 대비 112.5% 달성</a:t>
            </a:r>
          </a:p>
          <a:p>
            <a:r>
              <a:rPr sz="2200" b="0">
                <a:solidFill>
                  <a:srgbClr val="222222"/>
                </a:solidFill>
              </a:rPr>
              <a:t>광고비 1억 2,000만 원, ROAS 375% (목표 350%)</a:t>
            </a:r>
          </a:p>
          <a:p>
            <a:r>
              <a:rPr sz="2200" b="0">
                <a:solidFill>
                  <a:srgbClr val="222222"/>
                </a:solidFill>
              </a:rPr>
              <a:t>구매 4,800건, 평균 주문 금액 93,750원</a:t>
            </a:r>
          </a:p>
          <a:p>
            <a:r>
              <a:rPr sz="2200" b="0">
                <a:solidFill>
                  <a:srgbClr val="222222"/>
                </a:solidFill>
              </a:rPr>
              <a:t>이메일 ROAS 600%로 가장 효율적, SNS는 300%로 개선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목표와 시장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분기 목표: 매출 4억 원, ROAS 350%</a:t>
            </a:r>
          </a:p>
          <a:p>
            <a:r>
              <a:rPr sz="2200" b="0">
                <a:solidFill>
                  <a:srgbClr val="222222"/>
                </a:solidFill>
              </a:rPr>
              <a:t>시장: 재사용 텀블러 온라인 수요가 캠핑·출근 수요와 함께 성장</a:t>
            </a:r>
          </a:p>
          <a:p>
            <a:r>
              <a:rPr sz="2200" b="0">
                <a:solidFill>
                  <a:srgbClr val="222222"/>
                </a:solidFill>
              </a:rPr>
              <a:t>경쟁: 저가 수입 제품 증가 → 디자인·보온 성능으로 차별화</a:t>
            </a:r>
          </a:p>
          <a:p>
            <a:r>
              <a:rPr sz="2200" b="0">
                <a:solidFill>
                  <a:srgbClr val="222222"/>
                </a:solidFill>
              </a:rPr>
              <a:t>캠페인 기간: 2026년 7월 1일 – 9월 30일 (3개월)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타깃 고객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핵심 타깃: 25–34세 직장인</a:t>
            </a:r>
          </a:p>
          <a:p>
            <a:r>
              <a:rPr sz="2200" b="0">
                <a:solidFill>
                  <a:srgbClr val="222222"/>
                </a:solidFill>
              </a:rPr>
              <a:t>관심사: 환경 보호, 캠핑·아웃도어, 사무실 데스크 꾸미기</a:t>
            </a:r>
          </a:p>
          <a:p>
            <a:r>
              <a:rPr sz="2200" b="0">
                <a:solidFill>
                  <a:srgbClr val="222222"/>
                </a:solidFill>
              </a:rPr>
              <a:t>구매 동기: 보온 12시간, 회사 로고 없는 미니멀 디자인</a:t>
            </a:r>
          </a:p>
          <a:p>
            <a:r>
              <a:rPr sz="2200" b="0">
                <a:solidFill>
                  <a:srgbClr val="222222"/>
                </a:solidFill>
              </a:rPr>
              <a:t>주요 접점: 인스타그램, 검색, 구독 이메일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채널 전략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예산(만 원)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검색광고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구매 의도가 높은 고객 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SNS 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신제품 인지도 확산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인플루언서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캠핑·데스크 콘텐츠로 신뢰 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기존 고객 재구매 유도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12,000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채널별 성과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광고비(만 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매출(만 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ROAS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검색광고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SNS 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인플루언서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380%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이메일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600%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375%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구매 퍼널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인원/건수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이전 단계 대비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클릭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96,000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장바구니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14,400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구매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33.3% (클릭 대비 5.0%)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재구매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월별 매출 추이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매출(만 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전월 대비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7월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8월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+25.0%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9월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+20.0%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캠핑 시즌(8–9월)과 인플루언서 콘텐츠 공개 이후 매출이 꾸준히 증가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3C5A"/>
                </a:solidFill>
              </a:rPr>
              <a:t>시사점과 4분기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이메일·재구매: 효율이 가장 높음 → 4분기 예산 1,000만 → 1,500만 원</a:t>
            </a:r>
          </a:p>
          <a:p>
            <a:r>
              <a:rPr sz="2200" b="0">
                <a:solidFill>
                  <a:srgbClr val="222222"/>
                </a:solidFill>
              </a:rPr>
              <a:t>SNS: ROAS 300% → 소재를 캠핑·데스크 사용 장면 중심으로 교체</a:t>
            </a:r>
          </a:p>
          <a:p>
            <a:r>
              <a:rPr sz="2200" b="0">
                <a:solidFill>
                  <a:srgbClr val="222222"/>
                </a:solidFill>
              </a:rPr>
              <a:t>인플루언서: 연말 선물 시즌 협업 2건 추가</a:t>
            </a:r>
          </a:p>
          <a:p>
            <a:r>
              <a:rPr sz="2200" b="0">
                <a:solidFill>
                  <a:srgbClr val="222222"/>
                </a:solidFill>
              </a:rPr>
              <a:t>목표: 4분기 매출 5억 원, ROAS 380%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69696"/>
                </a:solidFill>
              </a:rPr>
              <a:t>※ 가상 자료: 실제 회사·제품·성과가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